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and introduce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screening happens before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 Your Customer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front-office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a valid Ghana Card.</a:t>
            </a:r>
          </a:p>
          <a:p>
            <a:r>
              <a:t>Screen the name against sanctions lists.</a:t>
            </a:r>
          </a:p>
          <a:p>
            <a:r>
              <a:t>Record the result in the KYC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cycles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cycle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12 months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 Your Customer Basics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